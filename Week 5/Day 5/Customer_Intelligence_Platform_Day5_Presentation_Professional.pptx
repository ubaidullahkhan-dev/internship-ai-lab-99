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INTELLIGENCE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9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Personality Analysis  •  K-Means Segmentation  •  Streamlit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— Documentation &amp;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customer intelligence application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customer segmentation using K-Means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interface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prediction and marketing recommendations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Statistics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6517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32F4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kmeans_model.pkl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05156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32F4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32F4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32F4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97180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32F4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Joblib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61188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32F4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Modules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7043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Dashboard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99339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81635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Search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63931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639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Prediction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117043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188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170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199339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0116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81635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834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the saved K-Means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model feature names and expected feature 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prediction inputs safely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numeric ranges and inference errors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— Quality Assurance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32F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32F4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32F4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qa_results.pkl saved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negative-default Streamlit number-input error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feature compatibility checks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missing-file handling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prediction error handling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customer behavioral groups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targeted marketing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customer segments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trained model for new customer inference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preprocessing + model as one production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model versioning and metadata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163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automated application tests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 configuration and production monitoring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Submission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Final Dataset.csv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kmeans_model.pkl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day3_results.pkl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qa_results.pkl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Streamlit app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Documentation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2F4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Presentation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The project combines ML, analytics, QA, and an interactive application.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4 QA achieved 6/6 passed tests.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5 completes the documentation and presentation package.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UBAIDULLAH KHAN  |  BSAI  |  Day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Platform — Day 5 Presentation</dc:title>
  <dc:subject>Customer Personality Analysis | K-Means Segmentation | Streamlit</dc:subject>
  <dc:creator>UBAIDULLAH KHAN</dc:creator>
  <cp:lastModifiedBy>UBAIDULLAH KHAN</cp:lastModifiedBy>
  <cp:revision>1</cp:revision>
  <dcterms:created xsi:type="dcterms:W3CDTF">2026-08-14T15:23:41Z</dcterms:created>
  <dcterms:modified xsi:type="dcterms:W3CDTF">2026-08-14T15:23:41Z</dcterms:modified>
</cp:coreProperties>
</file>